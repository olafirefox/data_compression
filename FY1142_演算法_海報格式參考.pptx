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2803750" cx="30275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481">
          <p15:clr>
            <a:srgbClr val="A4A3A4"/>
          </p15:clr>
        </p15:guide>
        <p15:guide id="2" pos="9535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cIQnru3sPlBleUvdrD+Qjtj/J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481" orient="horz"/>
        <p:guide pos="953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270641" y="7005156"/>
            <a:ext cx="25733931" cy="1490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1986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784402" y="22481887"/>
            <a:ext cx="22706410" cy="10334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/>
            </a:lvl1pPr>
            <a:lvl2pPr lvl="1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22"/>
            </a:lvl2pPr>
            <a:lvl3pPr lvl="2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5960"/>
            </a:lvl3pPr>
            <a:lvl4pPr lvl="3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4pPr>
            <a:lvl5pPr lvl="4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5pPr>
            <a:lvl6pPr lvl="5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6pPr>
            <a:lvl7pPr lvl="6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7pPr>
            <a:lvl8pPr lvl="7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8pPr>
            <a:lvl9pPr lvl="8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065654" y="10671229"/>
            <a:ext cx="26112371" cy="178051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1986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065654" y="28644846"/>
            <a:ext cx="26112371" cy="936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22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596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081421" y="11394520"/>
            <a:ext cx="12866966" cy="27158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5326826" y="11394520"/>
            <a:ext cx="12866966" cy="27158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085364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085368" y="10492870"/>
            <a:ext cx="12807832" cy="5142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b="1" sz="7946"/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b="1" sz="6622"/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b="1" sz="5960"/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085368" y="15635264"/>
            <a:ext cx="12807832" cy="22997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5326828" y="10492870"/>
            <a:ext cx="12870909" cy="5142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b="1" sz="7946"/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b="1" sz="6622"/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b="1" sz="5960"/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b="1" sz="5297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5326828" y="15635264"/>
            <a:ext cx="12870909" cy="22997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2085364" y="2853584"/>
            <a:ext cx="9764544" cy="9987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5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2870909" y="6162959"/>
            <a:ext cx="15326827" cy="30418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01383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595"/>
            </a:lvl1pPr>
            <a:lvl2pPr indent="-817308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271"/>
            </a:lvl2pPr>
            <a:lvl3pPr indent="-733171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7946"/>
            </a:lvl3pPr>
            <a:lvl4pPr indent="-649097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4pPr>
            <a:lvl5pPr indent="-649097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5pPr>
            <a:lvl6pPr indent="-649097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6pPr>
            <a:lvl7pPr indent="-649097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7pPr>
            <a:lvl8pPr indent="-649097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8pPr>
            <a:lvl9pPr indent="-649097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2085364" y="12841129"/>
            <a:ext cx="9764544" cy="237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35"/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3973"/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2085364" y="2853584"/>
            <a:ext cx="9764544" cy="9987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5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2870909" y="6162959"/>
            <a:ext cx="15326827" cy="3041841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2085364" y="12841129"/>
            <a:ext cx="9764544" cy="237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1pPr>
            <a:lvl2pPr indent="-2286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35"/>
            </a:lvl2pPr>
            <a:lvl3pPr indent="-2286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3973"/>
            </a:lvl3pPr>
            <a:lvl4pPr indent="-2286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4pPr>
            <a:lvl5pPr indent="-2286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5pPr>
            <a:lvl6pPr indent="-2286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6pPr>
            <a:lvl7pPr indent="-2286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7pPr>
            <a:lvl8pPr indent="-2286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8pPr>
            <a:lvl9pPr indent="-2286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558310" y="11917631"/>
            <a:ext cx="27158594" cy="26112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6792642" y="17151963"/>
            <a:ext cx="36274211" cy="652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6452763" y="10813091"/>
            <a:ext cx="36274211" cy="1920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b="0" i="0" sz="1456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17308" lvl="0" marL="457200" marR="0" rtl="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b="0" i="0" sz="92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33171" lvl="1" marL="9144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b="0" i="0" sz="79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49097" lvl="2" marL="13716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b="0" i="0" sz="66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07060" lvl="3" marL="18288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07060" lvl="4" marL="22860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07060" lvl="5" marL="27432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7060" lvl="6" marL="32004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07060" lvl="7" marL="36576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07060" lvl="8" marL="4114800" marR="0" rtl="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b="0" i="0" sz="5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97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6190695" y="11139203"/>
            <a:ext cx="114476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呈現並解釋研究結果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895935" y="9750593"/>
            <a:ext cx="11148678" cy="1015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6190695" y="29007503"/>
            <a:ext cx="11148678" cy="1015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876551" y="5459136"/>
            <a:ext cx="24420771" cy="1015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079081" y="1820501"/>
            <a:ext cx="2211705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標題</a:t>
            </a:r>
            <a:endParaRPr sz="9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876551" y="6489834"/>
            <a:ext cx="244789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這篇海報的內容、研究方向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3638512" y="5435887"/>
            <a:ext cx="26505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摘要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914985" y="9731543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介紹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876551" y="10991850"/>
            <a:ext cx="1122044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歷史發展、現今發展、為什麼要研究這個主題，有甚麼意義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2916039" y="22197723"/>
            <a:ext cx="11148678" cy="1015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974146" y="22197722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研究方法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908462" y="23439233"/>
            <a:ext cx="1144761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使用甚麼理論、資料、方法、如何分析，做了哪些事情，呈現結果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6326293" y="29007502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結論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6198389" y="30430015"/>
            <a:ext cx="1122044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依照研究結果，總結得到的結論總結得到的結論總結得到的結論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6160215" y="32573663"/>
            <a:ext cx="11148678" cy="1015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6295813" y="32573662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未來發展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6223413" y="34107377"/>
            <a:ext cx="1122044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未來能再延伸、研究的方向</a:t>
            </a:r>
            <a:endParaRPr sz="3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731" y="1677829"/>
            <a:ext cx="3249283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16160215" y="36234894"/>
            <a:ext cx="11148678" cy="1015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6295813" y="36234893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參考資料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6108709" y="37583994"/>
            <a:ext cx="112204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使用APA 格式條列，參考了哪些文獻、paper </a:t>
            </a:r>
            <a:endParaRPr i="0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1125212" y="3602550"/>
            <a:ext cx="839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名字, 名字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中原大學電機資訊學院智慧運算與大數據學士班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16198310" y="9731069"/>
            <a:ext cx="11148678" cy="101566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6333908" y="9731068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研究成果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13" name="Google Shape;1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53961" y="1705647"/>
            <a:ext cx="3237899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2022-10-19T14:29:05Z</dcterms:created>
  <dc:creator>User</dc:creator>
</cp:coreProperties>
</file>